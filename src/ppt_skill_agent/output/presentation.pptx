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7680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渐进式披露式 Agent Skills 对上下文效率的影响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93192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>
                <a:solidFill>
                  <a:srgbClr val="D5DEEB"/>
                </a:solidFill>
              </a:rPr>
              <a:t>示例作者团队 · Anthropic 风格 Agent 研究（示例数据）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/>
            <a:r>
              <a:rPr sz="2600" b="1">
                <a:solidFill>
                  <a:srgbClr val="FFFFFF"/>
                </a:solidFill>
              </a:rPr>
              <a:t>目录 / 大纲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</a:rPr>
              <a:t>•  研究背景与核心问题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</a:rPr>
              <a:t>•  方法概述：三层渐进式披露机制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</a:rPr>
              <a:t>•  关键结果：效率指标与效果对比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</a:rPr>
              <a:t>•  局限性与讨论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</a:rPr>
              <a:t>•  小结与结论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/>
            <a:r>
              <a:rPr sz="2600" b="1">
                <a:solidFill>
                  <a:srgbClr val="FFFFFF"/>
                </a:solidFill>
              </a:rPr>
              <a:t>研究概览与核心贡献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</a:rPr>
              <a:t>•  传统做法把全部指令塞入单一系统提示词，导致 token 膨胀、注意力稀释、KV Cache 前缀频繁失效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</a:rPr>
              <a:t>•  提出「渐进式披露」Agent Skills 机制：先注入薄目录，任务需要时再按需加载完整内容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</a:rPr>
              <a:t>•  核心贡献：在保持任务成功率的同时显著降低常驻上下文长度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/>
            <a:r>
              <a:rPr sz="2600" b="1">
                <a:solidFill>
                  <a:srgbClr val="FFFFFF"/>
                </a:solidFill>
              </a:rPr>
              <a:t>研究背景与问题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</a:rPr>
              <a:t>•  随着 Agent 支持的任务种类增长，单一系统提示词呈线性膨胀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</a:rPr>
              <a:t>•  长提示词带来三重代价：token 成本、注意力稀释、缓存前缀失效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</a:rPr>
              <a:t>•  核心问题：能否在「Agent 知道自己有哪些能力」与「不为此长期占用上下文」之间取得平衡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/>
            <a:r>
              <a:rPr sz="2600" b="1">
                <a:solidFill>
                  <a:srgbClr val="FFFFFF"/>
                </a:solidFill>
              </a:rPr>
              <a:t>方法概述（一）：总体思路 —— 三层渐进式披露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</a:rPr>
              <a:t>•  第一层（元数据）：启动时只注入每个 Skill 的 name + description，约数百 token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</a:rPr>
              <a:t>•  第二层（核心流程）：任务触发时加载完整 SKILL.md 作为 tool result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</a:rPr>
              <a:t>•  第三层（细则）：按需读取 reference.md、脚本源码等子文档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</a:rPr>
              <a:t>•  由「一次性塞满」转为「按需加载」，常驻开销与任务复杂度解耦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/>
            <a:r>
              <a:rPr sz="2600" b="1">
                <a:solidFill>
                  <a:srgbClr val="FFFFFF"/>
                </a:solidFill>
              </a:rPr>
              <a:t>方法概述（二）：关键机制 —— 路由与捆绑脚本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</a:rPr>
              <a:t>•  路由决策依赖 description，描述应写成「路由条件」而非「功能介绍」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</a:rPr>
              <a:t>•  给出反例（Don't use when），以降低错误触发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</a:rPr>
              <a:t>•  Skill 不止是文档：可捆绑可执行脚本与模板，把知识升级为能力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/>
            <a:r>
              <a:rPr sz="2600" b="1">
                <a:solidFill>
                  <a:srgbClr val="FFFFFF"/>
                </a:solidFill>
              </a:rPr>
              <a:t>关键结果（一）：效率指标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</a:rPr>
              <a:t>•  常驻上下文从「全量塞入」的数千 token 降到目录级的数百 token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</a:rPr>
              <a:t>•  工具数量恒定、前缀稳定，KV Cache 命中率显著提升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</a:rPr>
              <a:t>•  上下文占用与 Skill 数量增长解耦，扩展性明显改善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/>
            <a:r>
              <a:rPr sz="2600" b="1">
                <a:solidFill>
                  <a:srgbClr val="FFFFFF"/>
                </a:solidFill>
              </a:rPr>
              <a:t>关键结果（二）：效果对比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</a:rPr>
              <a:t>•  在需要专业 Skill 的任务上，成功率与「全量注入」基线持平，无明显下降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</a:rPr>
              <a:t>•  反例（Don't use when）能明显提升路由准确率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</a:rPr>
              <a:t>•  不相关任务上的误触发显著减少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/>
            <a:r>
              <a:rPr sz="2600" b="1">
                <a:solidFill>
                  <a:srgbClr val="FFFFFF"/>
                </a:solidFill>
              </a:rPr>
              <a:t>局限性与讨论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</a:rPr>
              <a:t>•  触发依赖模型的「元认知」：需自行判断何时需要某个 Skill，判断失误会漏加载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</a:rPr>
              <a:t>•  第三方 Skill 是新的提示注入面，加载前需审查其内容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</a:rPr>
              <a:t>•  description 质量直接影响路由效果，仍是需人工调优的环节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/>
            <a:r>
              <a:rPr sz="2600" b="1">
                <a:solidFill>
                  <a:srgbClr val="FFFFFF"/>
                </a:solidFill>
              </a:rPr>
              <a:t>小结 / 结论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</a:rPr>
              <a:t>•  渐进式披露把「一次性塞满」变为「按需加载」，重构 Agent 能力组织方式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</a:rPr>
              <a:t>•  在几乎不损失任务成功率的前提下，大幅降低常驻上下文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</a:rPr>
              <a:t>•  改善缓存友好度，是构建可扩展 Agent 能力体系的实用范式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